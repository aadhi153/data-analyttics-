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3CBE-B53D-4650-895A-58D093BF3A87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D618-37C6-4C41-9EBA-EE8DBE10F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806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3CBE-B53D-4650-895A-58D093BF3A87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D618-37C6-4C41-9EBA-EE8DBE10F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06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3CBE-B53D-4650-895A-58D093BF3A87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D618-37C6-4C41-9EBA-EE8DBE10F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59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3CBE-B53D-4650-895A-58D093BF3A87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D618-37C6-4C41-9EBA-EE8DBE10F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4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3CBE-B53D-4650-895A-58D093BF3A87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D618-37C6-4C41-9EBA-EE8DBE10F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14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3CBE-B53D-4650-895A-58D093BF3A87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D618-37C6-4C41-9EBA-EE8DBE10F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051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3CBE-B53D-4650-895A-58D093BF3A87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D618-37C6-4C41-9EBA-EE8DBE10F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985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3CBE-B53D-4650-895A-58D093BF3A87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D618-37C6-4C41-9EBA-EE8DBE10F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93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3CBE-B53D-4650-895A-58D093BF3A87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D618-37C6-4C41-9EBA-EE8DBE10F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628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3CBE-B53D-4650-895A-58D093BF3A87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D618-37C6-4C41-9EBA-EE8DBE10F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848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3CBE-B53D-4650-895A-58D093BF3A87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D618-37C6-4C41-9EBA-EE8DBE10F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518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E23CBE-B53D-4650-895A-58D093BF3A87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0D618-37C6-4C41-9EBA-EE8DBE10F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07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3233" y="216816"/>
            <a:ext cx="9144000" cy="465105"/>
          </a:xfrm>
        </p:spPr>
        <p:txBody>
          <a:bodyPr>
            <a:normAutofit/>
          </a:bodyPr>
          <a:lstStyle/>
          <a:p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PIZZA SALE SQL QUERY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3233" y="773996"/>
            <a:ext cx="9144000" cy="6084003"/>
          </a:xfrm>
        </p:spPr>
        <p:txBody>
          <a:bodyPr>
            <a:normAutofit/>
          </a:bodyPr>
          <a:lstStyle/>
          <a:p>
            <a:pPr algn="l"/>
            <a:r>
              <a:rPr lang="en-GB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A.KPI’s</a:t>
            </a:r>
          </a:p>
          <a:p>
            <a:pPr algn="l"/>
            <a:r>
              <a:rPr lang="en-GB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Total Revenue </a:t>
            </a:r>
            <a:r>
              <a:rPr lang="en-GB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sum(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total_price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Total_Revenue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GB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pizza_sales</a:t>
            </a:r>
            <a:endParaRPr lang="en-GB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Avg_order_value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l"/>
            <a:r>
              <a:rPr lang="en-GB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total_price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)/count(distinct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Avg_order_value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GB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pizza_sales</a:t>
            </a:r>
            <a:endParaRPr lang="en-GB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Total_Pizza_Sold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l"/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sum(quantity) as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Total_Pizza_Sold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pizza_sales</a:t>
            </a:r>
            <a:endParaRPr lang="en-IN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GB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Total_Orders</a:t>
            </a:r>
            <a:endParaRPr lang="en-GB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count(distinct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Total_Orders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pizza_sales</a:t>
            </a: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GB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Avg_Pizza_Per_Order</a:t>
            </a:r>
            <a:r>
              <a:rPr lang="en-GB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cast(cast(sum(quantity)as decimal(10,2</a:t>
            </a:r>
            <a:r>
              <a:rPr lang="en-GB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))/</a:t>
            </a:r>
          </a:p>
          <a:p>
            <a:pPr algn="l"/>
            <a:r>
              <a:rPr lang="en-GB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cast(count(distinct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)as decimal(10,2))as decimal(10,2)) as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Avg_Pizza_Per_Order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pizza_sales</a:t>
            </a: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791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71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PIZZA SALE SQL QUERY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SALE SQL QUERY</dc:title>
  <dc:creator>Aadhi_153</dc:creator>
  <cp:lastModifiedBy>Aadhi_153</cp:lastModifiedBy>
  <cp:revision>5</cp:revision>
  <dcterms:created xsi:type="dcterms:W3CDTF">2025-10-03T14:36:26Z</dcterms:created>
  <dcterms:modified xsi:type="dcterms:W3CDTF">2025-10-03T19:19:48Z</dcterms:modified>
</cp:coreProperties>
</file>